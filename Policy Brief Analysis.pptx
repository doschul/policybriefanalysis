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o Schulz" userId="fd94faa1-b2a3-473c-8bce-88e9296ee7ab" providerId="ADAL" clId="{38999F15-808C-41BA-A97B-B5E401132988}"/>
    <pc:docChg chg="custSel modSld">
      <pc:chgData name="Dario Schulz" userId="fd94faa1-b2a3-473c-8bce-88e9296ee7ab" providerId="ADAL" clId="{38999F15-808C-41BA-A97B-B5E401132988}" dt="2026-08-31T09:40:02.820" v="78" actId="1037"/>
      <pc:docMkLst>
        <pc:docMk/>
      </pc:docMkLst>
      <pc:sldChg chg="addSp delSp modSp mod">
        <pc:chgData name="Dario Schulz" userId="fd94faa1-b2a3-473c-8bce-88e9296ee7ab" providerId="ADAL" clId="{38999F15-808C-41BA-A97B-B5E401132988}" dt="2026-08-31T09:40:02.820" v="78" actId="1037"/>
        <pc:sldMkLst>
          <pc:docMk/>
          <pc:sldMk cId="3764378937" sldId="257"/>
        </pc:sldMkLst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3" creationId="{D2FB0397-6C32-F9E3-5203-2062F6AC96FE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4" creationId="{764C0444-4478-97AD-37A2-40979D47403A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5" creationId="{32B74434-3F42-F534-0ED6-9F35B4CE9F16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6" creationId="{C87CB1D6-0DCD-C4CE-809F-E0C5B9AB210D}"/>
          </ac:spMkLst>
        </pc:spChg>
        <pc:spChg chg="mod">
          <ac:chgData name="Dario Schulz" userId="fd94faa1-b2a3-473c-8bce-88e9296ee7ab" providerId="ADAL" clId="{38999F15-808C-41BA-A97B-B5E401132988}" dt="2026-08-31T09:38:35.509" v="18" actId="1076"/>
          <ac:spMkLst>
            <pc:docMk/>
            <pc:sldMk cId="3764378937" sldId="257"/>
            <ac:spMk id="7" creationId="{5AAC446B-2A7B-1B2E-72B0-2394B00276A5}"/>
          </ac:spMkLst>
        </pc:spChg>
        <pc:spChg chg="del">
          <ac:chgData name="Dario Schulz" userId="fd94faa1-b2a3-473c-8bce-88e9296ee7ab" providerId="ADAL" clId="{38999F15-808C-41BA-A97B-B5E401132988}" dt="2026-08-31T09:37:02.304" v="0" actId="478"/>
          <ac:spMkLst>
            <pc:docMk/>
            <pc:sldMk cId="3764378937" sldId="257"/>
            <ac:spMk id="9" creationId="{85C3477F-D3D9-E78D-6A80-31C14B8D164F}"/>
          </ac:spMkLst>
        </pc:spChg>
        <pc:spChg chg="del">
          <ac:chgData name="Dario Schulz" userId="fd94faa1-b2a3-473c-8bce-88e9296ee7ab" providerId="ADAL" clId="{38999F15-808C-41BA-A97B-B5E401132988}" dt="2026-08-31T09:37:03.960" v="1" actId="478"/>
          <ac:spMkLst>
            <pc:docMk/>
            <pc:sldMk cId="3764378937" sldId="257"/>
            <ac:spMk id="11" creationId="{139D892B-1170-0E25-8A3D-DDB194ACB7E3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13" creationId="{16866EDE-22A0-16A7-BD33-F6CF2A22BAE2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21" creationId="{51147699-B1BF-8343-2086-A0C5D44FFA33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22" creationId="{3FFE7259-4250-71BB-ED00-6C92AFB42CF8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24" creationId="{B19FC0BE-B681-5C3B-0A91-EFD668852D96}"/>
          </ac:spMkLst>
        </pc:spChg>
        <pc:spChg chg="add mod">
          <ac:chgData name="Dario Schulz" userId="fd94faa1-b2a3-473c-8bce-88e9296ee7ab" providerId="ADAL" clId="{38999F15-808C-41BA-A97B-B5E401132988}" dt="2026-08-31T09:38:14.328" v="15" actId="14100"/>
          <ac:spMkLst>
            <pc:docMk/>
            <pc:sldMk cId="3764378937" sldId="257"/>
            <ac:spMk id="36" creationId="{C895BB0F-1416-1F02-D352-EB1309B98E33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50" creationId="{6E33C544-ED6A-5B7F-0104-1BD80691450E}"/>
          </ac:spMkLst>
        </pc:spChg>
        <pc:spChg chg="mod">
          <ac:chgData name="Dario Schulz" userId="fd94faa1-b2a3-473c-8bce-88e9296ee7ab" providerId="ADAL" clId="{38999F15-808C-41BA-A97B-B5E401132988}" dt="2026-08-31T09:40:02.820" v="78" actId="1037"/>
          <ac:spMkLst>
            <pc:docMk/>
            <pc:sldMk cId="3764378937" sldId="257"/>
            <ac:spMk id="55" creationId="{55BEC65F-53E5-C27B-2923-CCEDA46ACDBA}"/>
          </ac:spMkLst>
        </pc:spChg>
        <pc:cxnChg chg="mod">
          <ac:chgData name="Dario Schulz" userId="fd94faa1-b2a3-473c-8bce-88e9296ee7ab" providerId="ADAL" clId="{38999F15-808C-41BA-A97B-B5E401132988}" dt="2026-08-31T09:37:58.843" v="12" actId="1076"/>
          <ac:cxnSpMkLst>
            <pc:docMk/>
            <pc:sldMk cId="3764378937" sldId="257"/>
            <ac:cxnSpMk id="14" creationId="{31E0515F-DB53-B36E-8254-36C0E61031FA}"/>
          </ac:cxnSpMkLst>
        </pc:cxnChg>
        <pc:cxnChg chg="mod">
          <ac:chgData name="Dario Schulz" userId="fd94faa1-b2a3-473c-8bce-88e9296ee7ab" providerId="ADAL" clId="{38999F15-808C-41BA-A97B-B5E401132988}" dt="2026-08-31T09:38:35.509" v="18" actId="1076"/>
          <ac:cxnSpMkLst>
            <pc:docMk/>
            <pc:sldMk cId="3764378937" sldId="257"/>
            <ac:cxnSpMk id="30" creationId="{C3558C97-6D48-CCCC-21C6-40C99A7378DD}"/>
          </ac:cxnSpMkLst>
        </pc:cxnChg>
        <pc:cxnChg chg="mod">
          <ac:chgData name="Dario Schulz" userId="fd94faa1-b2a3-473c-8bce-88e9296ee7ab" providerId="ADAL" clId="{38999F15-808C-41BA-A97B-B5E401132988}" dt="2026-08-31T09:38:14.328" v="15" actId="14100"/>
          <ac:cxnSpMkLst>
            <pc:docMk/>
            <pc:sldMk cId="3764378937" sldId="257"/>
            <ac:cxnSpMk id="56" creationId="{41474C75-A637-C070-ECB8-C410FE329DAA}"/>
          </ac:cxnSpMkLst>
        </pc:cxnChg>
        <pc:cxnChg chg="mod">
          <ac:chgData name="Dario Schulz" userId="fd94faa1-b2a3-473c-8bce-88e9296ee7ab" providerId="ADAL" clId="{38999F15-808C-41BA-A97B-B5E401132988}" dt="2026-08-31T09:39:01.238" v="22" actId="1076"/>
          <ac:cxnSpMkLst>
            <pc:docMk/>
            <pc:sldMk cId="3764378937" sldId="257"/>
            <ac:cxnSpMk id="62" creationId="{53BCD683-AC0D-1FBD-2E54-288B1FDCF65F}"/>
          </ac:cxnSpMkLst>
        </pc:cxnChg>
        <pc:cxnChg chg="mod">
          <ac:chgData name="Dario Schulz" userId="fd94faa1-b2a3-473c-8bce-88e9296ee7ab" providerId="ADAL" clId="{38999F15-808C-41BA-A97B-B5E401132988}" dt="2026-08-31T09:39:01.238" v="22" actId="1076"/>
          <ac:cxnSpMkLst>
            <pc:docMk/>
            <pc:sldMk cId="3764378937" sldId="257"/>
            <ac:cxnSpMk id="75" creationId="{232400F9-8540-3D21-52C7-513495D53E8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561A09-C5CE-79DF-2640-E8397BD26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1D260F-4BD0-5A7B-CEF1-0B87938AF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0147F4-1B2F-BA17-268C-4206E735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EFC080-ED94-517B-9517-999F70C4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A39075-4813-9614-C790-0CAC2919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720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E08A2-DBC2-5E97-97CB-B0E155306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77C3F8-0B0A-42F7-8882-593379AAB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B89B4D-2446-82F7-8D10-6613436F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BABEA0-F6AE-89D0-D34F-0E5ED5896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B71BAD-4626-87F8-5A46-79DF7332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154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0F78D5-3B67-0CB3-7926-271C0D87A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372339-83FF-6EFA-C4A6-AE80B1650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D1B2E6-A5AD-24D6-47CA-FD98A0DA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D7E2E6-5106-192A-80CE-DC713F6E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BE83CD-AB09-A493-DE38-DBC11CC2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755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10C10-3C9C-C957-F7C8-09D636EB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81DC7C-AB89-AC57-958D-9CB5E8E98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934A39-260C-6974-99E5-A32DB1371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435F81-163E-1207-947F-42C0AC52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AD40E8-631B-DC3F-EF13-F2F48751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4B432C-59B4-E558-3BC2-01A91C1E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3019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EC765D-C238-7311-AA9B-EBFB795B9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CF94EC-C629-D047-DFCE-16D8F565F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B64CBA-4979-B8F7-5BE2-2B398B24F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924984C-398C-B31E-9F2E-E56DE354A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8D89CA-DB8D-4AB1-B250-8AF01A3BB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57138AD-62D1-5ABD-54EF-120DC072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BEA23DC-CBE5-ECDD-9B9A-0E31A18D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A5830D1-30A0-F451-FF05-D5779C4A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3046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6EA383-E685-3091-5AC8-E04DF937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5C646-FD2A-9C7B-5FB5-9465D7C6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35D099-9435-C4E1-6CCC-98E41F61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B2BEBE-DA93-5699-1C03-A61F175E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724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F78B39-4BE3-038F-310F-49E9F967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506513-0ACC-E000-751E-2DB2B1A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ABDD53-114B-CD62-1BE7-8D688DFC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329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B8412F-D472-0B13-F954-0239DEFD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4796DD-D5A8-55A0-DD3F-7F1DB1B94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2F3ED7-8A00-7D87-5D9C-F21823E51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07026E-26E9-9817-8EE3-619D57AD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9CBDEE-C562-3241-CCB2-B17825A5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EBD025-F8B1-9322-C2A2-91BD5727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032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010209-1887-DF51-DF47-E5025556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C21BDF-F89B-1385-FE3F-385807BD0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69715A-C7DE-38ED-358A-B94EE809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9F528B-33EB-3E75-7263-8B99F435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720DEF-2CE0-1CDB-53B6-B818ED32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7B05C0-A5DA-1D88-2911-C81D28FC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272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AF45F-C77C-E8E8-8320-9426C4A6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BF924D-7188-5B4C-4B49-19CC5712C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527013-F395-9180-30C8-76AB8A0C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E22F10-FB3D-8C5B-9CB4-ECAF03F5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996F8B-6276-DD19-6FE4-BE2EE7A2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54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34AC982-B2A7-E856-40D8-F4C59D8F4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6FE1D1-D84F-0A8A-C4AF-224E3A825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F53BD9-7B3C-CC8D-60E4-EE3B8370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7ECDD7-EFAD-26DD-21E3-199B9482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7ECC10-A62E-4326-45ED-BB0AB046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039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F29BBC-5DE2-09C0-3694-7EA95D51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A660D9-7D44-CE91-285C-BCBAE08B4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15C65E-1386-4455-ABF4-3508C12C7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46AAC-F470-4415-960A-B95932AA5E93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5D85A3-D994-A8C2-648B-E272AF716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2532F5-D467-3453-1AE5-04E25B3C7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86FFA-B8E9-4AA2-91A6-7307C2295D2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4028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B1450-797D-3A69-DAD7-E9B0E0EAC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Policy Brief Analysis</a:t>
            </a:r>
            <a:endParaRPr lang="LID4096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A53F53-0108-E984-F77F-E0089E3D30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Mathias Cramm, Dario Schulz, Alex Giurca</a:t>
            </a:r>
          </a:p>
          <a:p>
            <a:r>
              <a:rPr lang="de-DE" dirty="0"/>
              <a:t>Last Update: 23.04.2026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1671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ssdiagramm: Magnetplattenspeicher 1">
            <a:extLst>
              <a:ext uri="{FF2B5EF4-FFF2-40B4-BE49-F238E27FC236}">
                <a16:creationId xmlns:a16="http://schemas.microsoft.com/office/drawing/2014/main" id="{3725F080-1C42-EDE5-E952-CC51C0E9F122}"/>
              </a:ext>
            </a:extLst>
          </p:cNvPr>
          <p:cNvSpPr/>
          <p:nvPr/>
        </p:nvSpPr>
        <p:spPr>
          <a:xfrm>
            <a:off x="742142" y="477355"/>
            <a:ext cx="1399032" cy="731520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Cordis</a:t>
            </a:r>
            <a:endParaRPr lang="LID4096" dirty="0"/>
          </a:p>
        </p:txBody>
      </p:sp>
      <p:sp>
        <p:nvSpPr>
          <p:cNvPr id="3" name="Flussdiagramm: Mehrere Dokumente 2">
            <a:extLst>
              <a:ext uri="{FF2B5EF4-FFF2-40B4-BE49-F238E27FC236}">
                <a16:creationId xmlns:a16="http://schemas.microsoft.com/office/drawing/2014/main" id="{D2FB0397-6C32-F9E3-5203-2062F6AC96FE}"/>
              </a:ext>
            </a:extLst>
          </p:cNvPr>
          <p:cNvSpPr/>
          <p:nvPr/>
        </p:nvSpPr>
        <p:spPr>
          <a:xfrm>
            <a:off x="344232" y="1573111"/>
            <a:ext cx="1929384" cy="1353312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Policy </a:t>
            </a:r>
            <a:r>
              <a:rPr lang="de-DE" dirty="0" err="1"/>
              <a:t>briefs</a:t>
            </a:r>
            <a:r>
              <a:rPr lang="de-DE" dirty="0"/>
              <a:t> &amp;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reports</a:t>
            </a:r>
            <a:r>
              <a:rPr lang="de-DE" dirty="0"/>
              <a:t> (n</a:t>
            </a:r>
            <a:r>
              <a:rPr lang="en-US" dirty="0"/>
              <a:t>=154)</a:t>
            </a:r>
            <a:endParaRPr lang="LID4096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64C0444-4478-97AD-37A2-40979D47403A}"/>
              </a:ext>
            </a:extLst>
          </p:cNvPr>
          <p:cNvSpPr/>
          <p:nvPr/>
        </p:nvSpPr>
        <p:spPr>
          <a:xfrm>
            <a:off x="2739960" y="605371"/>
            <a:ext cx="1261872" cy="950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Parse pdf document as text</a:t>
            </a:r>
            <a:endParaRPr lang="LID4096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2B74434-3F42-F534-0ED6-9F35B4CE9F16}"/>
              </a:ext>
            </a:extLst>
          </p:cNvPr>
          <p:cNvSpPr/>
          <p:nvPr/>
        </p:nvSpPr>
        <p:spPr>
          <a:xfrm>
            <a:off x="4486464" y="605371"/>
            <a:ext cx="1261872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Hard coded NLP</a:t>
            </a:r>
            <a:endParaRPr lang="LID4096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87CB1D6-0DCD-C4CE-809F-E0C5B9AB210D}"/>
              </a:ext>
            </a:extLst>
          </p:cNvPr>
          <p:cNvSpPr/>
          <p:nvPr/>
        </p:nvSpPr>
        <p:spPr>
          <a:xfrm>
            <a:off x="4486464" y="1397851"/>
            <a:ext cx="1261872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 Prompt I</a:t>
            </a:r>
            <a:endParaRPr lang="LID4096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AAC446B-2A7B-1B2E-72B0-2394B00276A5}"/>
              </a:ext>
            </a:extLst>
          </p:cNvPr>
          <p:cNvSpPr/>
          <p:nvPr/>
        </p:nvSpPr>
        <p:spPr>
          <a:xfrm>
            <a:off x="6109327" y="4218173"/>
            <a:ext cx="1261872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 Prompt III</a:t>
            </a:r>
            <a:endParaRPr lang="LID4096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8C70D8-A34D-1EDA-DCED-E401761CA00A}"/>
              </a:ext>
            </a:extLst>
          </p:cNvPr>
          <p:cNvSpPr/>
          <p:nvPr/>
        </p:nvSpPr>
        <p:spPr>
          <a:xfrm>
            <a:off x="4486464" y="2190331"/>
            <a:ext cx="1261872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 Prompt II</a:t>
            </a:r>
            <a:endParaRPr lang="LID4096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2CD826E-A4DD-25A0-63CF-AC396F1B32B8}"/>
              </a:ext>
            </a:extLst>
          </p:cNvPr>
          <p:cNvCxnSpPr>
            <a:cxnSpLocks/>
            <a:stCxn id="2" idx="3"/>
            <a:endCxn id="3" idx="0"/>
          </p:cNvCxnSpPr>
          <p:nvPr/>
        </p:nvCxnSpPr>
        <p:spPr>
          <a:xfrm>
            <a:off x="1441658" y="1208875"/>
            <a:ext cx="0" cy="364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31E0515F-DB53-B36E-8254-36C0E61031FA}"/>
              </a:ext>
            </a:extLst>
          </p:cNvPr>
          <p:cNvCxnSpPr>
            <a:cxnSpLocks/>
            <a:stCxn id="3" idx="3"/>
            <a:endCxn id="50" idx="1"/>
          </p:cNvCxnSpPr>
          <p:nvPr/>
        </p:nvCxnSpPr>
        <p:spPr>
          <a:xfrm>
            <a:off x="2273616" y="2249767"/>
            <a:ext cx="466344" cy="12214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B0A98F56-2131-F0CF-8A3A-E3C4782051D8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4001832" y="1080859"/>
            <a:ext cx="484632" cy="14112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A61370C8-BA45-8175-4CC1-B72B278D618A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001832" y="1080859"/>
            <a:ext cx="484632" cy="61874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9026EAA7-899E-5C84-A1F5-E7E764C5628E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001832" y="907123"/>
            <a:ext cx="484632" cy="1737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51147699-B1BF-8343-2086-A0C5D44FFA33}"/>
              </a:ext>
            </a:extLst>
          </p:cNvPr>
          <p:cNvSpPr/>
          <p:nvPr/>
        </p:nvSpPr>
        <p:spPr>
          <a:xfrm>
            <a:off x="6214680" y="605371"/>
            <a:ext cx="3511296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Statistics</a:t>
            </a:r>
            <a:r>
              <a:rPr lang="en-US" dirty="0"/>
              <a:t>: Page, word, sentence count, lexical density</a:t>
            </a:r>
            <a:endParaRPr lang="LID4096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FFE7259-4250-71BB-ED00-6C92AFB42CF8}"/>
              </a:ext>
            </a:extLst>
          </p:cNvPr>
          <p:cNvSpPr/>
          <p:nvPr/>
        </p:nvSpPr>
        <p:spPr>
          <a:xfrm>
            <a:off x="3736263" y="5093112"/>
            <a:ext cx="6008001" cy="69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Solutions</a:t>
            </a:r>
            <a:r>
              <a:rPr lang="en-US" dirty="0"/>
              <a:t>: Individual policy options &amp; recommendations, framings, tradeoffs, implementation details </a:t>
            </a:r>
            <a:endParaRPr lang="LID4096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43A7FE8-62F1-F5D0-6F2E-59A86E63AE3B}"/>
              </a:ext>
            </a:extLst>
          </p:cNvPr>
          <p:cNvSpPr/>
          <p:nvPr/>
        </p:nvSpPr>
        <p:spPr>
          <a:xfrm>
            <a:off x="6214680" y="1397851"/>
            <a:ext cx="3511296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Front matter</a:t>
            </a:r>
            <a:r>
              <a:rPr lang="en-US" dirty="0"/>
              <a:t>: Title, authors, affiliation, funding</a:t>
            </a:r>
            <a:endParaRPr lang="LID4096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19FC0BE-B681-5C3B-0A91-EFD668852D96}"/>
              </a:ext>
            </a:extLst>
          </p:cNvPr>
          <p:cNvSpPr/>
          <p:nvPr/>
        </p:nvSpPr>
        <p:spPr>
          <a:xfrm>
            <a:off x="6232968" y="2190331"/>
            <a:ext cx="3511296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Structural core</a:t>
            </a:r>
            <a:r>
              <a:rPr lang="en-US" dirty="0"/>
              <a:t>: Clear sections &amp; explicit labels, narrative hook</a:t>
            </a:r>
            <a:endParaRPr lang="LID4096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ABEE008-E681-EE57-B67C-6A6384CB2E01}"/>
              </a:ext>
            </a:extLst>
          </p:cNvPr>
          <p:cNvCxnSpPr>
            <a:stCxn id="5" idx="3"/>
            <a:endCxn id="21" idx="1"/>
          </p:cNvCxnSpPr>
          <p:nvPr/>
        </p:nvCxnSpPr>
        <p:spPr>
          <a:xfrm>
            <a:off x="5748336" y="907123"/>
            <a:ext cx="466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C3558C97-6D48-CCCC-21C6-40C99A7378DD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6740263" y="4821677"/>
            <a:ext cx="1" cy="271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4854704-5E59-9994-52B9-9D6F229A8BAA}"/>
              </a:ext>
            </a:extLst>
          </p:cNvPr>
          <p:cNvCxnSpPr>
            <a:cxnSpLocks/>
            <a:stCxn id="8" idx="3"/>
            <a:endCxn id="24" idx="1"/>
          </p:cNvCxnSpPr>
          <p:nvPr/>
        </p:nvCxnSpPr>
        <p:spPr>
          <a:xfrm>
            <a:off x="5748336" y="2492083"/>
            <a:ext cx="4846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999C649D-238F-1389-21D4-FA3B5AAF43B1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5748336" y="1699603"/>
            <a:ext cx="466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135E7724-66A6-BFBC-CABA-D26E9382CC3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2273616" y="1080859"/>
            <a:ext cx="466344" cy="11689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6E33C544-ED6A-5B7F-0104-1BD80691450E}"/>
              </a:ext>
            </a:extLst>
          </p:cNvPr>
          <p:cNvSpPr/>
          <p:nvPr/>
        </p:nvSpPr>
        <p:spPr>
          <a:xfrm>
            <a:off x="2739960" y="2995765"/>
            <a:ext cx="1261872" cy="950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expert coding</a:t>
            </a:r>
            <a:endParaRPr lang="LID4096" dirty="0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55BEC65F-53E5-C27B-2923-CCEDA46ACDBA}"/>
              </a:ext>
            </a:extLst>
          </p:cNvPr>
          <p:cNvSpPr/>
          <p:nvPr/>
        </p:nvSpPr>
        <p:spPr>
          <a:xfrm>
            <a:off x="6920882" y="2995764"/>
            <a:ext cx="2135468" cy="9509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Corpus with policy recommendations (n = 1333)</a:t>
            </a:r>
            <a:endParaRPr lang="LID4096" dirty="0"/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41474C75-A637-C070-ECB8-C410FE329DAA}"/>
              </a:ext>
            </a:extLst>
          </p:cNvPr>
          <p:cNvCxnSpPr>
            <a:cxnSpLocks/>
            <a:stCxn id="50" idx="3"/>
            <a:endCxn id="36" idx="1"/>
          </p:cNvCxnSpPr>
          <p:nvPr/>
        </p:nvCxnSpPr>
        <p:spPr>
          <a:xfrm flipV="1">
            <a:off x="4001832" y="3471252"/>
            <a:ext cx="46226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53BCD683-AC0D-1FBD-2E54-288B1FDCF65F}"/>
              </a:ext>
            </a:extLst>
          </p:cNvPr>
          <p:cNvCxnSpPr>
            <a:cxnSpLocks/>
            <a:stCxn id="24" idx="2"/>
            <a:endCxn id="55" idx="0"/>
          </p:cNvCxnSpPr>
          <p:nvPr/>
        </p:nvCxnSpPr>
        <p:spPr>
          <a:xfrm>
            <a:off x="7988616" y="2793835"/>
            <a:ext cx="0" cy="201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232400F9-8540-3D21-52C7-513495D53E8D}"/>
              </a:ext>
            </a:extLst>
          </p:cNvPr>
          <p:cNvCxnSpPr>
            <a:cxnSpLocks/>
            <a:stCxn id="55" idx="2"/>
            <a:endCxn id="7" idx="0"/>
          </p:cNvCxnSpPr>
          <p:nvPr/>
        </p:nvCxnSpPr>
        <p:spPr>
          <a:xfrm flipH="1">
            <a:off x="6740263" y="3946738"/>
            <a:ext cx="1248353" cy="271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Legende: Linie 11">
            <a:extLst>
              <a:ext uri="{FF2B5EF4-FFF2-40B4-BE49-F238E27FC236}">
                <a16:creationId xmlns:a16="http://schemas.microsoft.com/office/drawing/2014/main" id="{1955D5A9-9747-931B-0453-576C596AB745}"/>
              </a:ext>
            </a:extLst>
          </p:cNvPr>
          <p:cNvSpPr/>
          <p:nvPr/>
        </p:nvSpPr>
        <p:spPr>
          <a:xfrm>
            <a:off x="10009440" y="577177"/>
            <a:ext cx="1883664" cy="2418588"/>
          </a:xfrm>
          <a:prstGeom prst="borderCallout1">
            <a:avLst>
              <a:gd name="adj1" fmla="val 94364"/>
              <a:gd name="adj2" fmla="val -2850"/>
              <a:gd name="adj3" fmla="val 98511"/>
              <a:gd name="adj4" fmla="val -8929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/>
              <a:t>I suggest to extract </a:t>
            </a:r>
            <a:r>
              <a:rPr lang="en-US" dirty="0" err="1"/>
              <a:t>reccs</a:t>
            </a:r>
            <a:r>
              <a:rPr lang="en-US" dirty="0"/>
              <a:t> also via LLM and then include a cross-validation</a:t>
            </a:r>
            <a:endParaRPr lang="LID4096" dirty="0"/>
          </a:p>
        </p:txBody>
      </p:sp>
      <p:sp>
        <p:nvSpPr>
          <p:cNvPr id="13" name="Legende: Linie 12">
            <a:extLst>
              <a:ext uri="{FF2B5EF4-FFF2-40B4-BE49-F238E27FC236}">
                <a16:creationId xmlns:a16="http://schemas.microsoft.com/office/drawing/2014/main" id="{16866EDE-22A0-16A7-BD33-F6CF2A22BAE2}"/>
              </a:ext>
            </a:extLst>
          </p:cNvPr>
          <p:cNvSpPr/>
          <p:nvPr/>
        </p:nvSpPr>
        <p:spPr>
          <a:xfrm>
            <a:off x="10009440" y="3245701"/>
            <a:ext cx="1883664" cy="2418588"/>
          </a:xfrm>
          <a:prstGeom prst="borderCallout1">
            <a:avLst>
              <a:gd name="adj1" fmla="val 29714"/>
              <a:gd name="adj2" fmla="val -2365"/>
              <a:gd name="adj3" fmla="val 21762"/>
              <a:gd name="adj4" fmla="val -93174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/>
              <a:t>Individual </a:t>
            </a:r>
            <a:r>
              <a:rPr lang="en-US" dirty="0" err="1"/>
              <a:t>reccs</a:t>
            </a:r>
            <a:r>
              <a:rPr lang="en-US" dirty="0"/>
              <a:t> are sometimes very short, but things like implementation details could still be in the wider document.</a:t>
            </a:r>
            <a:endParaRPr lang="LID4096" dirty="0"/>
          </a:p>
        </p:txBody>
      </p:sp>
      <p:sp>
        <p:nvSpPr>
          <p:cNvPr id="36" name="Rechteck 54">
            <a:extLst>
              <a:ext uri="{FF2B5EF4-FFF2-40B4-BE49-F238E27FC236}">
                <a16:creationId xmlns:a16="http://schemas.microsoft.com/office/drawing/2014/main" id="{C895BB0F-1416-1F02-D352-EB1309B98E33}"/>
              </a:ext>
            </a:extLst>
          </p:cNvPr>
          <p:cNvSpPr/>
          <p:nvPr/>
        </p:nvSpPr>
        <p:spPr>
          <a:xfrm>
            <a:off x="4464097" y="2995764"/>
            <a:ext cx="2064527" cy="950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Corpus with policy recommendations (n = 1333)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64378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Policy Brief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Dario Schulz</dc:creator>
  <cp:lastModifiedBy>Dario Schulz</cp:lastModifiedBy>
  <cp:revision>2</cp:revision>
  <dcterms:created xsi:type="dcterms:W3CDTF">2026-04-23T09:12:25Z</dcterms:created>
  <dcterms:modified xsi:type="dcterms:W3CDTF">2026-08-31T09:40:03Z</dcterms:modified>
</cp:coreProperties>
</file>